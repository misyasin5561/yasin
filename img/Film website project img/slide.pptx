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56" r:id="rId4"/>
    <p:sldId id="262" r:id="rId5"/>
    <p:sldId id="260" r:id="rId6"/>
    <p:sldId id="259" r:id="rId7"/>
    <p:sldId id="258" r:id="rId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43C0F0D-9E80-41CF-0CC9-D12B18368C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6779DD0B-8347-745A-A36C-31AD17724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5AE3EBF-666A-159A-8454-BBED2B08F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0412E-503F-4515-8CE7-84858356BA2A}" type="datetimeFigureOut">
              <a:rPr lang="tr-TR" smtClean="0"/>
              <a:t>24.11.2024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BBC6D70-AD88-E90E-0565-5EAD9EB74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74683F7-CD38-025A-933E-974FCE999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CB89-5E9A-4E56-97C8-837FACAF869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68093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4BEC601-9FB3-6133-0636-9FAE3E226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2AC1441-E4A3-D4A4-D74F-A9E21628A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8B4F794-E6A2-5F2C-EBA3-9CEB446B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0412E-503F-4515-8CE7-84858356BA2A}" type="datetimeFigureOut">
              <a:rPr lang="tr-TR" smtClean="0"/>
              <a:t>24.11.2024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E08CF9A-1BBA-E801-A7C7-297467A70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343902D-BBEF-691D-3D30-97C539EDB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CB89-5E9A-4E56-97C8-837FACAF869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69681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08DF979-BDB2-52D3-19AD-4BDEF8AF9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4358C6C-ADD6-0D83-5867-55E2260E0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D0C33EC-8378-DE73-D0E8-7D8C92897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0412E-503F-4515-8CE7-84858356BA2A}" type="datetimeFigureOut">
              <a:rPr lang="tr-TR" smtClean="0"/>
              <a:t>24.11.2024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E914643-A1FA-5ECE-9071-36760ACB5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FECEB91-D650-6DFB-8625-115246542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CB89-5E9A-4E56-97C8-837FACAF869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50764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88F9561-801F-9E98-06B9-C8BFCD8A3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AF78AEC-3E30-FD12-DB9D-C9957F2DEF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5C812EE5-F610-A8A3-8D8D-0B752D79DC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2F1B320-865B-7308-0B3F-A21A7B61F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0412E-503F-4515-8CE7-84858356BA2A}" type="datetimeFigureOut">
              <a:rPr lang="tr-TR" smtClean="0"/>
              <a:t>24.11.2024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86D9271-1B21-A805-B225-866D13CB0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BD761CB-CEB0-CFA4-9A8D-9E5F62E2F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CB89-5E9A-4E56-97C8-837FACAF869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03329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B2D05C4-6B7D-C23D-48E0-CFA9A610C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5A3079D-072E-9C10-87C9-11A24DDFE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791ABA2-F178-77BE-55AC-93851C98E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E0E6C3DB-9467-4307-8A56-EEF051D544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3E73C3B0-955A-BE25-1236-26840B26A7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F23D9123-D759-4A2A-D8AD-2DD3BCA9E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0412E-503F-4515-8CE7-84858356BA2A}" type="datetimeFigureOut">
              <a:rPr lang="tr-TR" smtClean="0"/>
              <a:t>24.11.2024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BD7FB496-CAED-695D-4E15-D826FB0D9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3FEDAB82-1E86-703C-7C3D-B06FFFF4F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CB89-5E9A-4E56-97C8-837FACAF869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16600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A9C4F90-01AF-AA29-7B55-F51721BCD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32746BA6-C7FC-B273-701D-DB38D695B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0412E-503F-4515-8CE7-84858356BA2A}" type="datetimeFigureOut">
              <a:rPr lang="tr-TR" smtClean="0"/>
              <a:t>24.11.2024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8CF6D450-B3A1-B91F-D1C1-17D68BB72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BCFEA5FA-C295-3C45-E859-FE27C5C01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CB89-5E9A-4E56-97C8-837FACAF869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60220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DFBF43B-AE35-0A6B-91EC-FD0F55887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0412E-503F-4515-8CE7-84858356BA2A}" type="datetimeFigureOut">
              <a:rPr lang="tr-TR" smtClean="0"/>
              <a:t>24.11.2024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9A51C9AA-B2EC-3C7F-D3A1-4E5E43F1B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8991A89-7534-ED06-DF9D-4EC42828B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CB89-5E9A-4E56-97C8-837FACAF869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67817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1EB46D7-DABB-E640-B4CE-8A808EB1B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A32D84C-CC7E-71F8-E3D0-6E276BE0E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427833A1-3AB6-0E30-9F0F-469A97CBD4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5FD7E85-E8B5-0A62-D710-BB3AC0F76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0412E-503F-4515-8CE7-84858356BA2A}" type="datetimeFigureOut">
              <a:rPr lang="tr-TR" smtClean="0"/>
              <a:t>24.11.2024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5E41EBC-1DB4-DCA6-8E1D-A683DE04C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0FF4FFD-FE9D-A12D-E3FE-D7A388921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CB89-5E9A-4E56-97C8-837FACAF869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81775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95F9055-0080-7EAA-B1EC-20FF7B2BE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07E5049A-C935-E970-FD4F-100934628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1DC43725-A9FF-E517-DD01-8FA36C6A3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D95B024-9951-F8FD-458D-D176D318E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0412E-503F-4515-8CE7-84858356BA2A}" type="datetimeFigureOut">
              <a:rPr lang="tr-TR" smtClean="0"/>
              <a:t>24.11.2024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1560A30-CF7D-4A9D-6B0B-45421C7C7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2506B1A-CB34-1FAE-A9A6-5165FE5E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CB89-5E9A-4E56-97C8-837FACAF869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36912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54287A6-49ED-2084-FDD7-9B68851DC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B2CE228-C235-085C-1E1C-A198FCBFDA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24C8B96-7B01-AF61-5A63-083B20081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0412E-503F-4515-8CE7-84858356BA2A}" type="datetimeFigureOut">
              <a:rPr lang="tr-TR" smtClean="0"/>
              <a:t>24.11.2024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0CF0155-BF21-0276-FAA6-650E95DAF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15736B3-04C0-7742-A279-769B3EDBA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CB89-5E9A-4E56-97C8-837FACAF869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03210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10BE6ACA-F7A6-9D5A-ED20-ABB8717A98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11AAE931-A7B5-87A6-165A-8D226D948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6BF3F49-052B-AB11-D6A4-2A99C17F2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0412E-503F-4515-8CE7-84858356BA2A}" type="datetimeFigureOut">
              <a:rPr lang="tr-TR" smtClean="0"/>
              <a:t>24.11.2024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D5EEA99-E798-F2A9-3EC9-98B98F55F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C6F13CC-480E-DECC-BE53-8D049DBBE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CB89-5E9A-4E56-97C8-837FACAF869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4374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177EEF23-F452-EA9A-4FD7-8F294D977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CCA19F5-4565-CD2B-7E87-542A10739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486BE3E-4100-9D85-479C-0B4BAD9BA9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50412E-503F-4515-8CE7-84858356BA2A}" type="datetimeFigureOut">
              <a:rPr lang="tr-TR" smtClean="0"/>
              <a:t>24.11.2024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D845B98-C999-60A1-8F38-DA9B297CF4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69C361C-DD54-6007-0755-3A13FD026E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C6CB89-5E9A-4E56-97C8-837FACAF869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91363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9C26DE3-681D-0811-7921-15506084B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17" name="İçerik Yer Tutucusu 16" descr="metin, ekran görüntüsü, grafik tasarım, multimedya yazılımı içeren bir resim&#10;&#10;Açıklama otomatik olarak oluşturuldu">
            <a:extLst>
              <a:ext uri="{FF2B5EF4-FFF2-40B4-BE49-F238E27FC236}">
                <a16:creationId xmlns:a16="http://schemas.microsoft.com/office/drawing/2014/main" id="{242D39B4-3FA1-14A3-8AD2-D4008BA4CB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0" y="0"/>
            <a:ext cx="12193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426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8A7FAFD-8EA4-D2ED-8044-2E1EBD62D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9" name="İçerik Yer Tutucusu 8" descr="metin, ekran görüntüsü, kurgusal karakter, kurgu edebiyat içeren bir resim&#10;&#10;Açıklama otomatik olarak oluşturuldu">
            <a:extLst>
              <a:ext uri="{FF2B5EF4-FFF2-40B4-BE49-F238E27FC236}">
                <a16:creationId xmlns:a16="http://schemas.microsoft.com/office/drawing/2014/main" id="{C9D5BBA7-EFFD-CACB-C902-4980335FCA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40" y="0"/>
            <a:ext cx="12069859" cy="8869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65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713C31B-1112-790F-0F23-7340B7D118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BB2623C-239C-3F79-644E-2B8796E840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Resim 4" descr="metin, ekran görüntüsü, kurgusal karakter, kurgu edebiyat içeren bir resim&#10;&#10;Açıklama otomatik olarak oluşturuldu">
            <a:extLst>
              <a:ext uri="{FF2B5EF4-FFF2-40B4-BE49-F238E27FC236}">
                <a16:creationId xmlns:a16="http://schemas.microsoft.com/office/drawing/2014/main" id="{C4D7ADF4-67A9-CA3C-8B52-DD1CFE1476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600" y="1"/>
            <a:ext cx="122203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717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F991465-A5CE-D148-0C7A-3C0C0D0FD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7" name="İçerik Yer Tutucusu 6" descr="ekran görüntüsü, metin, kolaj, bilgisayar oyunu içeren bir resim&#10;&#10;Açıklama otomatik olarak oluşturuldu">
            <a:extLst>
              <a:ext uri="{FF2B5EF4-FFF2-40B4-BE49-F238E27FC236}">
                <a16:creationId xmlns:a16="http://schemas.microsoft.com/office/drawing/2014/main" id="{85CAAE8A-E470-C894-0C84-1EDE6B31F4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178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28419BC-CDF3-26C0-249D-420125E8B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11" name="İçerik Yer Tutucusu 10" descr="metin, ekran görüntüsü, kolaj içeren bir resim&#10;&#10;Açıklama otomatik olarak oluşturuldu">
            <a:extLst>
              <a:ext uri="{FF2B5EF4-FFF2-40B4-BE49-F238E27FC236}">
                <a16:creationId xmlns:a16="http://schemas.microsoft.com/office/drawing/2014/main" id="{540F0149-74DB-6D12-0CB9-54E11815F0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325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C72EAC2-E931-3BC1-F823-C14931BDB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13" name="İçerik Yer Tutucusu 12" descr="metin, ekran görüntüsü, yazılım, multimedya yazılımı içeren bir resim&#10;&#10;Açıklama otomatik olarak oluşturuldu">
            <a:extLst>
              <a:ext uri="{FF2B5EF4-FFF2-40B4-BE49-F238E27FC236}">
                <a16:creationId xmlns:a16="http://schemas.microsoft.com/office/drawing/2014/main" id="{4BDF4FC7-191B-2BFF-FC11-3AE3DBF9AE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226800" cy="6858000"/>
          </a:xfrm>
          <a:prstGeom prst="rect">
            <a:avLst/>
          </a:prstGeom>
        </p:spPr>
      </p:pic>
      <p:pic>
        <p:nvPicPr>
          <p:cNvPr id="4" name="İçerik Yer Tutucusu 3" descr="metin, ekran görüntüsü, yazılım, multimedya yazılımı içeren bir resim">
            <a:extLst>
              <a:ext uri="{FF2B5EF4-FFF2-40B4-BE49-F238E27FC236}">
                <a16:creationId xmlns:a16="http://schemas.microsoft.com/office/drawing/2014/main" id="{BE4AB7E5-F47A-EAA0-C632-144F2646D3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800" y="0"/>
            <a:ext cx="5965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704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EE75E83-F8D6-7746-78C1-62F56ADF6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D98F7205-A97E-D789-BED9-15AA86197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81259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Geniş ekran</PresentationFormat>
  <Paragraphs>0</Paragraphs>
  <Slides>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FEHMI</dc:creator>
  <cp:lastModifiedBy>FEHMI</cp:lastModifiedBy>
  <cp:revision>4</cp:revision>
  <dcterms:created xsi:type="dcterms:W3CDTF">2024-11-24T16:56:58Z</dcterms:created>
  <dcterms:modified xsi:type="dcterms:W3CDTF">2024-11-24T17:04:55Z</dcterms:modified>
</cp:coreProperties>
</file>